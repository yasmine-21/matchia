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a605a73c8ba402e" /><Relationship Type="http://schemas.openxmlformats.org/officeDocument/2006/relationships/extended-properties" Target="/docProps/app.xml" Id="R1c8854a8056248d1" /><Relationship Type="http://schemas.openxmlformats.org/officeDocument/2006/relationships/officeDocument" Target="/ppt/presentation.xml" Id="R27ed2d0b5725475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c4d38ecafa44728"/>
  </p:sldMasterIdLst>
  <p:notesMasterIdLst>
    <p:notesMasterId xmlns:r="http://schemas.openxmlformats.org/officeDocument/2006/relationships" r:id="R805dc18ea7264cb7"/>
  </p:notesMasterIdLst>
  <p:sldIdLst>
    <p:sldId xmlns:r="http://schemas.openxmlformats.org/officeDocument/2006/relationships" id="256" r:id="R1e2e898a6b3e4af3"/>
    <p:sldId xmlns:r="http://schemas.openxmlformats.org/officeDocument/2006/relationships" id="257" r:id="R8e208ded12f349c2"/>
    <p:sldId xmlns:r="http://schemas.openxmlformats.org/officeDocument/2006/relationships" id="258" r:id="Rfcc679a925fa4ffa"/>
    <p:sldId xmlns:r="http://schemas.openxmlformats.org/officeDocument/2006/relationships" id="259" r:id="R00d2e45741c54c17"/>
    <p:sldId xmlns:r="http://schemas.openxmlformats.org/officeDocument/2006/relationships" id="260" r:id="Rdbdccf23a86c4d58"/>
    <p:sldId xmlns:r="http://schemas.openxmlformats.org/officeDocument/2006/relationships" id="261" r:id="R9a1f92b0a43c4fbf"/>
    <p:sldId xmlns:r="http://schemas.openxmlformats.org/officeDocument/2006/relationships" id="262" r:id="R776839818c4b4532"/>
    <p:sldId xmlns:r="http://schemas.openxmlformats.org/officeDocument/2006/relationships" id="263" r:id="R174b7a6dcb4241b8"/>
    <p:sldId xmlns:r="http://schemas.openxmlformats.org/officeDocument/2006/relationships" id="264" r:id="R3c49283036f94d68"/>
    <p:sldId xmlns:r="http://schemas.openxmlformats.org/officeDocument/2006/relationships" id="265" r:id="R3e52a367fe1c4243"/>
    <p:sldId xmlns:r="http://schemas.openxmlformats.org/officeDocument/2006/relationships" id="266" r:id="R368cb54eb95140b7"/>
    <p:sldId xmlns:r="http://schemas.openxmlformats.org/officeDocument/2006/relationships" id="267" r:id="R6cd664fe5bb54e98"/>
    <p:sldId xmlns:r="http://schemas.openxmlformats.org/officeDocument/2006/relationships" id="268" r:id="Ra6987a997f094907"/>
    <p:sldId xmlns:r="http://schemas.openxmlformats.org/officeDocument/2006/relationships" id="269" r:id="Rc5dadef4a62341ff"/>
    <p:sldId xmlns:r="http://schemas.openxmlformats.org/officeDocument/2006/relationships" id="270" r:id="R30a3d0a71819403e"/>
    <p:sldId xmlns:r="http://schemas.openxmlformats.org/officeDocument/2006/relationships" id="271" r:id="R5bdfdfac30ea4fde"/>
    <p:sldId xmlns:r="http://schemas.openxmlformats.org/officeDocument/2006/relationships" id="272" r:id="Rc2e21e55a70f4e52"/>
    <p:sldId xmlns:r="http://schemas.openxmlformats.org/officeDocument/2006/relationships" id="273" r:id="R0ce06fdc562742fe"/>
    <p:sldId xmlns:r="http://schemas.openxmlformats.org/officeDocument/2006/relationships" id="274" r:id="R9ed8deba9e5548d2"/>
    <p:sldId xmlns:r="http://schemas.openxmlformats.org/officeDocument/2006/relationships" id="275" r:id="R4fb226a4cdbd4a30"/>
    <p:sldId xmlns:r="http://schemas.openxmlformats.org/officeDocument/2006/relationships" id="276" r:id="R54389135aea146b9"/>
    <p:sldId xmlns:r="http://schemas.openxmlformats.org/officeDocument/2006/relationships" id="277" r:id="R47131ccb9d6b406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06b8124d77b40f8" /><Relationship Type="http://schemas.openxmlformats.org/officeDocument/2006/relationships/slideMaster" Target="/ppt/slideMasters/slideMaster1.xml" Id="Rcc4d38ecafa44728" /><Relationship Type="http://schemas.openxmlformats.org/officeDocument/2006/relationships/notesMaster" Target="/ppt/notesMasters/notesMaster1.xml" Id="R805dc18ea7264cb7" /><Relationship Type="http://schemas.openxmlformats.org/officeDocument/2006/relationships/presProps" Target="/ppt/presProps.xml" Id="Red43a8cd729e413d" /><Relationship Type="http://schemas.openxmlformats.org/officeDocument/2006/relationships/tableStyles" Target="/ppt/tableStyles.xml" Id="R10d0bcb309954d69" /><Relationship Type="http://schemas.openxmlformats.org/officeDocument/2006/relationships/slide" Target="/ppt/slides/slide1.xml" Id="R1e2e898a6b3e4af3" /><Relationship Type="http://schemas.openxmlformats.org/officeDocument/2006/relationships/slide" Target="/ppt/slides/slide2.xml" Id="R8e208ded12f349c2" /><Relationship Type="http://schemas.openxmlformats.org/officeDocument/2006/relationships/slide" Target="/ppt/slides/slide3.xml" Id="Rfcc679a925fa4ffa" /><Relationship Type="http://schemas.openxmlformats.org/officeDocument/2006/relationships/slide" Target="/ppt/slides/slide4.xml" Id="R00d2e45741c54c17" /><Relationship Type="http://schemas.openxmlformats.org/officeDocument/2006/relationships/slide" Target="/ppt/slides/slide5.xml" Id="Rdbdccf23a86c4d58" /><Relationship Type="http://schemas.openxmlformats.org/officeDocument/2006/relationships/slide" Target="/ppt/slides/slide6.xml" Id="R9a1f92b0a43c4fbf" /><Relationship Type="http://schemas.openxmlformats.org/officeDocument/2006/relationships/slide" Target="/ppt/slides/slide7.xml" Id="R776839818c4b4532" /><Relationship Type="http://schemas.openxmlformats.org/officeDocument/2006/relationships/slide" Target="/ppt/slides/slide8.xml" Id="R174b7a6dcb4241b8" /><Relationship Type="http://schemas.openxmlformats.org/officeDocument/2006/relationships/slide" Target="/ppt/slides/slide9.xml" Id="R3c49283036f94d68" /><Relationship Type="http://schemas.openxmlformats.org/officeDocument/2006/relationships/slide" Target="/ppt/slides/slide10.xml" Id="R3e52a367fe1c4243" /><Relationship Type="http://schemas.openxmlformats.org/officeDocument/2006/relationships/slide" Target="/ppt/slides/slide11.xml" Id="R368cb54eb95140b7" /><Relationship Type="http://schemas.openxmlformats.org/officeDocument/2006/relationships/slide" Target="/ppt/slides/slide12.xml" Id="R6cd664fe5bb54e98" /><Relationship Type="http://schemas.openxmlformats.org/officeDocument/2006/relationships/slide" Target="/ppt/slides/slide13.xml" Id="Ra6987a997f094907" /><Relationship Type="http://schemas.openxmlformats.org/officeDocument/2006/relationships/slide" Target="/ppt/slides/slide14.xml" Id="Rc5dadef4a62341ff" /><Relationship Type="http://schemas.openxmlformats.org/officeDocument/2006/relationships/slide" Target="/ppt/slides/slide15.xml" Id="R30a3d0a71819403e" /><Relationship Type="http://schemas.openxmlformats.org/officeDocument/2006/relationships/slide" Target="/ppt/slides/slide16.xml" Id="R5bdfdfac30ea4fde" /><Relationship Type="http://schemas.openxmlformats.org/officeDocument/2006/relationships/slide" Target="/ppt/slides/slide17.xml" Id="Rc2e21e55a70f4e52" /><Relationship Type="http://schemas.openxmlformats.org/officeDocument/2006/relationships/slide" Target="/ppt/slides/slide18.xml" Id="R0ce06fdc562742fe" /><Relationship Type="http://schemas.openxmlformats.org/officeDocument/2006/relationships/slide" Target="/ppt/slides/slide19.xml" Id="R9ed8deba9e5548d2" /><Relationship Type="http://schemas.openxmlformats.org/officeDocument/2006/relationships/slide" Target="/ppt/slides/slide20.xml" Id="R4fb226a4cdbd4a30" /><Relationship Type="http://schemas.openxmlformats.org/officeDocument/2006/relationships/slide" Target="/ppt/slides/slide21.xml" Id="R54389135aea146b9" /><Relationship Type="http://schemas.openxmlformats.org/officeDocument/2006/relationships/slide" Target="/ppt/slides/slide22.xml" Id="R47131ccb9d6b406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88e211f88404cd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6feceff86134e2e" /><Relationship Type="http://schemas.openxmlformats.org/officeDocument/2006/relationships/notesMaster" Target="/ppt/notesMasters/notesMaster1.xml" Id="R12b4f20f43c243e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783ad317609426d" /><Relationship Type="http://schemas.openxmlformats.org/officeDocument/2006/relationships/notesMaster" Target="/ppt/notesMasters/notesMaster1.xml" Id="Ra4ebefed3c13423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e184b8772644719" /><Relationship Type="http://schemas.openxmlformats.org/officeDocument/2006/relationships/notesMaster" Target="/ppt/notesMasters/notesMaster1.xml" Id="R8012dbbb92a44a4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e17c7000dd642ba" /><Relationship Type="http://schemas.openxmlformats.org/officeDocument/2006/relationships/notesMaster" Target="/ppt/notesMasters/notesMaster1.xml" Id="R315ba0835d994c0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45e68fc26c14040" /><Relationship Type="http://schemas.openxmlformats.org/officeDocument/2006/relationships/notesMaster" Target="/ppt/notesMasters/notesMaster1.xml" Id="R49b8c9834a7f4f7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68c89d366fd4303" /><Relationship Type="http://schemas.openxmlformats.org/officeDocument/2006/relationships/notesMaster" Target="/ppt/notesMasters/notesMaster1.xml" Id="R1309d9ca1daf40b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0bd1138dd9243b0" /><Relationship Type="http://schemas.openxmlformats.org/officeDocument/2006/relationships/notesMaster" Target="/ppt/notesMasters/notesMaster1.xml" Id="Rc0e83990ca91448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d8f4c1b951749c3" /><Relationship Type="http://schemas.openxmlformats.org/officeDocument/2006/relationships/notesMaster" Target="/ppt/notesMasters/notesMaster1.xml" Id="Rdc07cf4294a244a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35699db37b64265" /><Relationship Type="http://schemas.openxmlformats.org/officeDocument/2006/relationships/notesMaster" Target="/ppt/notesMasters/notesMaster1.xml" Id="R9a38dbaed898446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9990a5f31bd423d" /><Relationship Type="http://schemas.openxmlformats.org/officeDocument/2006/relationships/notesMaster" Target="/ppt/notesMasters/notesMaster1.xml" Id="Rd4a85ee77f144e5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b3e47bbeccf4819" /><Relationship Type="http://schemas.openxmlformats.org/officeDocument/2006/relationships/notesMaster" Target="/ppt/notesMasters/notesMaster1.xml" Id="Rd3574ecb7c944fe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2419da74c4d4d74" /><Relationship Type="http://schemas.openxmlformats.org/officeDocument/2006/relationships/notesMaster" Target="/ppt/notesMasters/notesMaster1.xml" Id="R03eecef9511b463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8e5030a00a9f4231" /><Relationship Type="http://schemas.openxmlformats.org/officeDocument/2006/relationships/notesMaster" Target="/ppt/notesMasters/notesMaster1.xml" Id="R95ff352f7e294af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251a56c3f1240fe" /><Relationship Type="http://schemas.openxmlformats.org/officeDocument/2006/relationships/notesMaster" Target="/ppt/notesMasters/notesMaster1.xml" Id="Rb4f4e25bb4c145f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fa16b0d5cb04e87" /><Relationship Type="http://schemas.openxmlformats.org/officeDocument/2006/relationships/notesMaster" Target="/ppt/notesMasters/notesMaster1.xml" Id="Rea585b57912b46a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c5e18e344244d9f" /><Relationship Type="http://schemas.openxmlformats.org/officeDocument/2006/relationships/notesMaster" Target="/ppt/notesMasters/notesMaster1.xml" Id="R0e2c9b0a5987486d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a4e0f77a7104d45" /><Relationship Type="http://schemas.openxmlformats.org/officeDocument/2006/relationships/notesMaster" Target="/ppt/notesMasters/notesMaster1.xml" Id="Reae86d48fd2344a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1c1e707d4d44d9f" /><Relationship Type="http://schemas.openxmlformats.org/officeDocument/2006/relationships/notesMaster" Target="/ppt/notesMasters/notesMaster1.xml" Id="R170e07930930419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de7cb28562c4ac7" /><Relationship Type="http://schemas.openxmlformats.org/officeDocument/2006/relationships/notesMaster" Target="/ppt/notesMasters/notesMaster1.xml" Id="Rf7dfe8feae62470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250f10f703447d4" /><Relationship Type="http://schemas.openxmlformats.org/officeDocument/2006/relationships/notesMaster" Target="/ppt/notesMasters/notesMaster1.xml" Id="R33499ed1a928405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edd2ef083dd4a5c" /><Relationship Type="http://schemas.openxmlformats.org/officeDocument/2006/relationships/notesMaster" Target="/ppt/notesMasters/notesMaster1.xml" Id="R66c6e0f0505b4fc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7ff5549a4f1d450d" /><Relationship Type="http://schemas.openxmlformats.org/officeDocument/2006/relationships/notesMaster" Target="/ppt/notesMasters/notesMaster1.xml" Id="R2bda58902b314f5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Notes test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Notes test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Notes test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Notes test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Notes test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Notes test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Notes test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Notes test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Notes test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Notes test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Notes test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Notes test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Notes test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Notes test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Notes test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Notes test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Notes test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Notes test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Notes test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Notes test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Notes test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Notes test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5f9aab6ddd4b1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8dc1df75f7f4762" /><Relationship Type="http://schemas.openxmlformats.org/officeDocument/2006/relationships/slideLayout" Target="/ppt/slideLayouts/slideLayout1.xml" Id="Ra8eb7d107e744a1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8eb7d107e744a1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bc432cc4684a55" /><Relationship Type="http://schemas.openxmlformats.org/officeDocument/2006/relationships/notesSlide" Target="/ppt/notesSlides/notesSlide1.xml" Id="R8e942814effb43a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0dfc45d5254fae" /><Relationship Type="http://schemas.openxmlformats.org/officeDocument/2006/relationships/notesSlide" Target="/ppt/notesSlides/notesSlide2.xml" Id="Rd59cbdbb99ea42b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455ad662bc4cdd" /><Relationship Type="http://schemas.openxmlformats.org/officeDocument/2006/relationships/notesSlide" Target="/ppt/notesSlides/notesSlide3.xml" Id="R1b680926faac47f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92bc7e0afe43fe" /><Relationship Type="http://schemas.openxmlformats.org/officeDocument/2006/relationships/notesSlide" Target="/ppt/notesSlides/notesSlide4.xml" Id="R9757c369c6b247f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e5b60f0db14b8a" /><Relationship Type="http://schemas.openxmlformats.org/officeDocument/2006/relationships/notesSlide" Target="/ppt/notesSlides/notesSlide5.xml" Id="R0fad20b35c5c44a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1ad485eb6944f8" /><Relationship Type="http://schemas.openxmlformats.org/officeDocument/2006/relationships/notesSlide" Target="/ppt/notesSlides/notesSlide6.xml" Id="R358f08ea33f94f3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52af8d1cc04b5f" /><Relationship Type="http://schemas.openxmlformats.org/officeDocument/2006/relationships/notesSlide" Target="/ppt/notesSlides/notesSlide7.xml" Id="R2fbd99bd9e484ac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66e9c7d0034915" /><Relationship Type="http://schemas.openxmlformats.org/officeDocument/2006/relationships/notesSlide" Target="/ppt/notesSlides/notesSlide8.xml" Id="Ra9d227ea659242c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d8f6d2b3644093" /><Relationship Type="http://schemas.openxmlformats.org/officeDocument/2006/relationships/notesSlide" Target="/ppt/notesSlides/notesSlide9.xml" Id="Rd3bcf83bdcba458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2181e6e5084aa0" /><Relationship Type="http://schemas.openxmlformats.org/officeDocument/2006/relationships/notesSlide" Target="/ppt/notesSlides/notesSlide10.xml" Id="R1cbf7873a7ba455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73f28165974fd2" /><Relationship Type="http://schemas.openxmlformats.org/officeDocument/2006/relationships/notesSlide" Target="/ppt/notesSlides/notesSlide11.xml" Id="R33eca8121d3d4b2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a1e7ada4444b92" /><Relationship Type="http://schemas.openxmlformats.org/officeDocument/2006/relationships/notesSlide" Target="/ppt/notesSlides/notesSlide12.xml" Id="R8ec726e6d6a24d4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65071217264714" /><Relationship Type="http://schemas.openxmlformats.org/officeDocument/2006/relationships/notesSlide" Target="/ppt/notesSlides/notesSlide13.xml" Id="Rcd72e687264c41e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c2593b295e4fa5" /><Relationship Type="http://schemas.openxmlformats.org/officeDocument/2006/relationships/notesSlide" Target="/ppt/notesSlides/notesSlide14.xml" Id="Ra88128ed25244a2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658fd8482d482e" /><Relationship Type="http://schemas.openxmlformats.org/officeDocument/2006/relationships/notesSlide" Target="/ppt/notesSlides/notesSlide15.xml" Id="R7616e54d563a492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a860e811784f4a" /><Relationship Type="http://schemas.openxmlformats.org/officeDocument/2006/relationships/notesSlide" Target="/ppt/notesSlides/notesSlide16.xml" Id="R2633d08318614f0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7909575c19482c" /><Relationship Type="http://schemas.openxmlformats.org/officeDocument/2006/relationships/notesSlide" Target="/ppt/notesSlides/notesSlide17.xml" Id="R07168a47bfb9429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6aa9c7fbc84545" /><Relationship Type="http://schemas.openxmlformats.org/officeDocument/2006/relationships/notesSlide" Target="/ppt/notesSlides/notesSlide18.xml" Id="R798d3aa7937349b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a4985a574a4d64" /><Relationship Type="http://schemas.openxmlformats.org/officeDocument/2006/relationships/notesSlide" Target="/ppt/notesSlides/notesSlide19.xml" Id="R355b223981a94f7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f8c08592034485" /><Relationship Type="http://schemas.openxmlformats.org/officeDocument/2006/relationships/notesSlide" Target="/ppt/notesSlides/notesSlide20.xml" Id="Re98b4991ab7b4ee6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b3b5948fd04250" /><Relationship Type="http://schemas.openxmlformats.org/officeDocument/2006/relationships/notesSlide" Target="/ppt/notesSlides/notesSlide21.xml" Id="R886afa4d878f4018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2b5d8c442a44c5" /><Relationship Type="http://schemas.openxmlformats.org/officeDocument/2006/relationships/notesSlide" Target="/ppt/notesSlides/notesSlide22.xml" Id="Rbd9a0d9886094fd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22D409-2DE1-477E-824E-ECCF547B9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Test 0</a:t>
            </a:r>
          </a:p>
        </p:txBody>
      </p:sp>
    </p:spTree>
    <p:extLst>
      <p:ext uri="{BB962C8B-B14F-4D97-AF65-F5344CB8AC3E}">
        <p14:creationId xmlns:p14="http://schemas.microsoft.com/office/powerpoint/2010/main" val="66974583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721441-C634-448D-8673-D35A3A296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Test 1</a:t>
            </a:r>
          </a:p>
        </p:txBody>
      </p:sp>
    </p:spTree>
    <p:extLst>
      <p:ext uri="{BB962C8B-B14F-4D97-AF65-F5344CB8AC3E}">
        <p14:creationId xmlns:p14="http://schemas.microsoft.com/office/powerpoint/2010/main" val="36458042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6FC629-8BDB-4182-A124-E6A87AE11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Test 2</a:t>
            </a:r>
          </a:p>
        </p:txBody>
      </p:sp>
    </p:spTree>
    <p:extLst>
      <p:ext uri="{BB962C8B-B14F-4D97-AF65-F5344CB8AC3E}">
        <p14:creationId xmlns:p14="http://schemas.microsoft.com/office/powerpoint/2010/main" val="197798875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3DD361-328A-40F0-BED7-D2F77BA8C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Test 3</a:t>
            </a:r>
          </a:p>
        </p:txBody>
      </p:sp>
    </p:spTree>
    <p:extLst>
      <p:ext uri="{BB962C8B-B14F-4D97-AF65-F5344CB8AC3E}">
        <p14:creationId xmlns:p14="http://schemas.microsoft.com/office/powerpoint/2010/main" val="117418989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47DF59-24CB-4139-950C-CC82C0183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Test 4</a:t>
            </a:r>
          </a:p>
        </p:txBody>
      </p:sp>
    </p:spTree>
    <p:extLst>
      <p:ext uri="{BB962C8B-B14F-4D97-AF65-F5344CB8AC3E}">
        <p14:creationId xmlns:p14="http://schemas.microsoft.com/office/powerpoint/2010/main" val="185561234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1CA96E-B588-481E-8A75-4B9BDB4C2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Test 5</a:t>
            </a:r>
          </a:p>
        </p:txBody>
      </p:sp>
    </p:spTree>
    <p:extLst>
      <p:ext uri="{BB962C8B-B14F-4D97-AF65-F5344CB8AC3E}">
        <p14:creationId xmlns:p14="http://schemas.microsoft.com/office/powerpoint/2010/main" val="169875036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A4AE32-7A33-4F88-8842-599F980AB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Test 6</a:t>
            </a:r>
          </a:p>
        </p:txBody>
      </p:sp>
    </p:spTree>
    <p:extLst>
      <p:ext uri="{BB962C8B-B14F-4D97-AF65-F5344CB8AC3E}">
        <p14:creationId xmlns:p14="http://schemas.microsoft.com/office/powerpoint/2010/main" val="166239995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E00FA3-4B28-4E3B-9519-E80E47285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Test 7</a:t>
            </a:r>
          </a:p>
        </p:txBody>
      </p:sp>
    </p:spTree>
    <p:extLst>
      <p:ext uri="{BB962C8B-B14F-4D97-AF65-F5344CB8AC3E}">
        <p14:creationId xmlns:p14="http://schemas.microsoft.com/office/powerpoint/2010/main" val="127429903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5CF576-24F0-463A-BF98-D287A43D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Test 8</a:t>
            </a:r>
          </a:p>
        </p:txBody>
      </p:sp>
    </p:spTree>
    <p:extLst>
      <p:ext uri="{BB962C8B-B14F-4D97-AF65-F5344CB8AC3E}">
        <p14:creationId xmlns:p14="http://schemas.microsoft.com/office/powerpoint/2010/main" val="119485257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199674-7517-493A-9A4A-029480CCB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Test 9</a:t>
            </a:r>
          </a:p>
        </p:txBody>
      </p:sp>
    </p:spTree>
    <p:extLst>
      <p:ext uri="{BB962C8B-B14F-4D97-AF65-F5344CB8AC3E}">
        <p14:creationId xmlns:p14="http://schemas.microsoft.com/office/powerpoint/2010/main" val="1925857531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304857-9815-4C4F-ABAE-0AA9FE323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Test 10</a:t>
            </a:r>
          </a:p>
        </p:txBody>
      </p:sp>
    </p:spTree>
    <p:extLst>
      <p:ext uri="{BB962C8B-B14F-4D97-AF65-F5344CB8AC3E}">
        <p14:creationId xmlns:p14="http://schemas.microsoft.com/office/powerpoint/2010/main" val="1863792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1281F9-2173-4CCB-B8C3-6F7D95B96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Test 11</a:t>
            </a:r>
          </a:p>
        </p:txBody>
      </p:sp>
    </p:spTree>
    <p:extLst>
      <p:ext uri="{BB962C8B-B14F-4D97-AF65-F5344CB8AC3E}">
        <p14:creationId xmlns:p14="http://schemas.microsoft.com/office/powerpoint/2010/main" val="1766331444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DDD7AC-9EF5-4DB0-B029-F6EA63D29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Test 12</a:t>
            </a:r>
          </a:p>
        </p:txBody>
      </p:sp>
    </p:spTree>
    <p:extLst>
      <p:ext uri="{BB962C8B-B14F-4D97-AF65-F5344CB8AC3E}">
        <p14:creationId xmlns:p14="http://schemas.microsoft.com/office/powerpoint/2010/main" val="2104191529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6E146E-A032-46A7-9DD9-F212C2AA2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Test 13</a:t>
            </a:r>
          </a:p>
        </p:txBody>
      </p:sp>
    </p:spTree>
    <p:extLst>
      <p:ext uri="{BB962C8B-B14F-4D97-AF65-F5344CB8AC3E}">
        <p14:creationId xmlns:p14="http://schemas.microsoft.com/office/powerpoint/2010/main" val="212056624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D31BBB-4FE1-4434-98EB-3B8AE1222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Test 14</a:t>
            </a:r>
          </a:p>
        </p:txBody>
      </p:sp>
    </p:spTree>
    <p:extLst>
      <p:ext uri="{BB962C8B-B14F-4D97-AF65-F5344CB8AC3E}">
        <p14:creationId xmlns:p14="http://schemas.microsoft.com/office/powerpoint/2010/main" val="461750484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B9DACB-7203-4784-9CEC-9EA6C96A7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Test 15</a:t>
            </a:r>
          </a:p>
        </p:txBody>
      </p:sp>
    </p:spTree>
    <p:extLst>
      <p:ext uri="{BB962C8B-B14F-4D97-AF65-F5344CB8AC3E}">
        <p14:creationId xmlns:p14="http://schemas.microsoft.com/office/powerpoint/2010/main" val="807074049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8B0F7F-76F7-4A39-90F9-17946E84F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Test 16</a:t>
            </a:r>
          </a:p>
        </p:txBody>
      </p:sp>
    </p:spTree>
    <p:extLst>
      <p:ext uri="{BB962C8B-B14F-4D97-AF65-F5344CB8AC3E}">
        <p14:creationId xmlns:p14="http://schemas.microsoft.com/office/powerpoint/2010/main" val="1829405481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86432E-DEA1-410E-ABC6-36322343B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Test 17</a:t>
            </a:r>
          </a:p>
        </p:txBody>
      </p:sp>
    </p:spTree>
    <p:extLst>
      <p:ext uri="{BB962C8B-B14F-4D97-AF65-F5344CB8AC3E}">
        <p14:creationId xmlns:p14="http://schemas.microsoft.com/office/powerpoint/2010/main" val="1275140129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EB8396-C142-453C-8035-BBC196EAF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Test 18</a:t>
            </a:r>
          </a:p>
        </p:txBody>
      </p:sp>
    </p:spTree>
    <p:extLst>
      <p:ext uri="{BB962C8B-B14F-4D97-AF65-F5344CB8AC3E}">
        <p14:creationId xmlns:p14="http://schemas.microsoft.com/office/powerpoint/2010/main" val="183576151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D3A170-5BD7-4354-AE59-F366E276B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Test 19</a:t>
            </a:r>
          </a:p>
        </p:txBody>
      </p:sp>
    </p:spTree>
    <p:extLst>
      <p:ext uri="{BB962C8B-B14F-4D97-AF65-F5344CB8AC3E}">
        <p14:creationId xmlns:p14="http://schemas.microsoft.com/office/powerpoint/2010/main" val="1627945807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DCA17F-AA63-44A6-B8B5-634B47FB4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Test 20</a:t>
            </a:r>
          </a:p>
        </p:txBody>
      </p:sp>
    </p:spTree>
    <p:extLst>
      <p:ext uri="{BB962C8B-B14F-4D97-AF65-F5344CB8AC3E}">
        <p14:creationId xmlns:p14="http://schemas.microsoft.com/office/powerpoint/2010/main" val="2073858847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0AABF5-C18E-44EC-9787-0284EA55B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3000" b="1">
                <a:solidFill>
                  <a:srgbClr val="000000"/>
                </a:solidFill>
              </a:defRPr>
            </a:pPr>
            <a:r>
              <a:rPr sz="3000" b="1">
                <a:solidFill>
                  <a:srgbClr val="000000"/>
                </a:solidFill>
              </a:rPr>
              <a:t>Test 21</a:t>
            </a:r>
          </a:p>
        </p:txBody>
      </p:sp>
    </p:spTree>
    <p:extLst>
      <p:ext uri="{BB962C8B-B14F-4D97-AF65-F5344CB8AC3E}">
        <p14:creationId xmlns:p14="http://schemas.microsoft.com/office/powerpoint/2010/main" val="2480957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2026-08-12T08:29:45.2430000Z</dcterms:created>
  <dcterms:modified xsi:type="dcterms:W3CDTF">2026-08-12T08:29:45.2430000Z</dcterms:modified>
</coreProperties>
</file>
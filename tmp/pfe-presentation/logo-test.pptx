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9b4472afdc4b99" /><Relationship Type="http://schemas.openxmlformats.org/officeDocument/2006/relationships/extended-properties" Target="/docProps/app.xml" Id="R5b2d02e8a75040e2" /><Relationship Type="http://schemas.openxmlformats.org/officeDocument/2006/relationships/officeDocument" Target="/ppt/presentation.xml" Id="Rfaf00cc90d6f43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0a7ff534ca4a33"/>
  </p:sldMasterIdLst>
  <p:notesMasterIdLst>
    <p:notesMasterId xmlns:r="http://schemas.openxmlformats.org/officeDocument/2006/relationships" r:id="Rad15ad8ada664350"/>
  </p:notesMasterIdLst>
  <p:sldIdLst>
    <p:sldId xmlns:r="http://schemas.openxmlformats.org/officeDocument/2006/relationships" id="256" r:id="R39623df550cb43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cf7ad1e6843dc" /><Relationship Type="http://schemas.openxmlformats.org/officeDocument/2006/relationships/slideMaster" Target="/ppt/slideMasters/slideMaster1.xml" Id="R130a7ff534ca4a33" /><Relationship Type="http://schemas.openxmlformats.org/officeDocument/2006/relationships/notesMaster" Target="/ppt/notesMasters/notesMaster1.xml" Id="Rad15ad8ada664350" /><Relationship Type="http://schemas.openxmlformats.org/officeDocument/2006/relationships/presProps" Target="/ppt/presProps.xml" Id="R870f2af463444429" /><Relationship Type="http://schemas.openxmlformats.org/officeDocument/2006/relationships/tableStyles" Target="/ppt/tableStyles.xml" Id="R9424b390e1a74d9b" /><Relationship Type="http://schemas.openxmlformats.org/officeDocument/2006/relationships/slide" Target="/ppt/slides/slide1.xml" Id="R39623df550cb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bf5728ceb9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c8a54b0984a54" /><Relationship Type="http://schemas.openxmlformats.org/officeDocument/2006/relationships/notesMaster" Target="/ppt/notesMasters/notesMaster1.xml" Id="R8be86c807b0b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4b89a6f1c47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1530d6e0474210" /><Relationship Type="http://schemas.openxmlformats.org/officeDocument/2006/relationships/slideLayout" Target="/ppt/slideLayouts/slideLayout1.xml" Id="R06ab272c0763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b272c0763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6c6b75a23495b" /><Relationship Type="http://schemas.openxmlformats.org/officeDocument/2006/relationships/image" Target="/ppt/media/image.png" Id="Rd6605e9c20e44c66" /><Relationship Type="http://schemas.openxmlformats.org/officeDocument/2006/relationships/notesSlide" Target="/ppt/notesSlides/notesSlide1.xml" Id="R0f44fe6cfe7a4f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05e9c20e44c66"/>
          <a:stretch xmlns:a="http://schemas.openxmlformats.org/drawingml/2006/main"/>
        </p:blipFill>
        <p:spPr>
          <a:xfrm xmlns:a="http://schemas.openxmlformats.org/drawingml/2006/main">
            <a:off x="1262063" y="666750"/>
            <a:ext cx="6429375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57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2026-08-12T08:30:53.7090000Z</dcterms:created>
  <dcterms:modified xsi:type="dcterms:W3CDTF">2026-08-12T08:30:53.7100000Z</dcterms:modified>
</coreProperties>
</file>
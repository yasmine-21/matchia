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29a799a15b4d55" /><Relationship Type="http://schemas.openxmlformats.org/officeDocument/2006/relationships/extended-properties" Target="/docProps/app.xml" Id="R1c7e3fdbf8dc42af" /><Relationship Type="http://schemas.openxmlformats.org/officeDocument/2006/relationships/officeDocument" Target="/ppt/presentation.xml" Id="Rc31f8f44ce754b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50f454d04e497d"/>
  </p:sldMasterIdLst>
  <p:notesMasterIdLst>
    <p:notesMasterId xmlns:r="http://schemas.openxmlformats.org/officeDocument/2006/relationships" r:id="R583f9316bb344268"/>
  </p:notesMasterIdLst>
  <p:sldIdLst>
    <p:sldId xmlns:r="http://schemas.openxmlformats.org/officeDocument/2006/relationships" id="256" r:id="R557eaf9db55b4f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ace427d96f4061" /><Relationship Type="http://schemas.openxmlformats.org/officeDocument/2006/relationships/slideMaster" Target="/ppt/slideMasters/slideMaster1.xml" Id="Ra350f454d04e497d" /><Relationship Type="http://schemas.openxmlformats.org/officeDocument/2006/relationships/notesMaster" Target="/ppt/notesMasters/notesMaster1.xml" Id="R583f9316bb344268" /><Relationship Type="http://schemas.openxmlformats.org/officeDocument/2006/relationships/presProps" Target="/ppt/presProps.xml" Id="R9767ceb23a6d42ca" /><Relationship Type="http://schemas.openxmlformats.org/officeDocument/2006/relationships/tableStyles" Target="/ppt/tableStyles.xml" Id="R61550429270b45c3" /><Relationship Type="http://schemas.openxmlformats.org/officeDocument/2006/relationships/slide" Target="/ppt/slides/slide1.xml" Id="R557eaf9db55b4f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19e442c28c4f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142bc9342244d4" /><Relationship Type="http://schemas.openxmlformats.org/officeDocument/2006/relationships/notesMaster" Target="/ppt/notesMasters/notesMaster1.xml" Id="Re80dfe94993545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6404f0f92f49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8c5910fe094e8b" /><Relationship Type="http://schemas.openxmlformats.org/officeDocument/2006/relationships/slideLayout" Target="/ppt/slideLayouts/slideLayout1.xml" Id="R0625040e16ac49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25040e16ac49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ff6d038994e98" /><Relationship Type="http://schemas.openxmlformats.org/officeDocument/2006/relationships/notesSlide" Target="/ppt/notesSlides/notesSlide1.xml" Id="R0e4b9bd7e3b444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B2572-2D27-4601-8144-C2CC5C3D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1372737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2026-08-12T08:26:21.7220000Z</dcterms:created>
  <dcterms:modified xsi:type="dcterms:W3CDTF">2026-08-12T08:26:21.7220000Z</dcterms:modified>
</coreProperties>
</file>
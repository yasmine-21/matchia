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cf580229ad469c" /><Relationship Type="http://schemas.openxmlformats.org/officeDocument/2006/relationships/extended-properties" Target="/docProps/app.xml" Id="R62e8de3253014afa" /><Relationship Type="http://schemas.openxmlformats.org/officeDocument/2006/relationships/officeDocument" Target="/ppt/presentation.xml" Id="Radd459eb79fd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097a53e9cb44fb"/>
  </p:sldMasterIdLst>
  <p:notesMasterIdLst>
    <p:notesMasterId xmlns:r="http://schemas.openxmlformats.org/officeDocument/2006/relationships" r:id="Rb5c1d93c603844ed"/>
  </p:notesMasterIdLst>
  <p:sldIdLst>
    <p:sldId xmlns:r="http://schemas.openxmlformats.org/officeDocument/2006/relationships" id="256" r:id="R6d4b07f45b9c45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f706053c2949c6" /><Relationship Type="http://schemas.openxmlformats.org/officeDocument/2006/relationships/slideMaster" Target="/ppt/slideMasters/slideMaster1.xml" Id="Rb4097a53e9cb44fb" /><Relationship Type="http://schemas.openxmlformats.org/officeDocument/2006/relationships/notesMaster" Target="/ppt/notesMasters/notesMaster1.xml" Id="Rb5c1d93c603844ed" /><Relationship Type="http://schemas.openxmlformats.org/officeDocument/2006/relationships/presProps" Target="/ppt/presProps.xml" Id="Rd87f949f844f46d9" /><Relationship Type="http://schemas.openxmlformats.org/officeDocument/2006/relationships/tableStyles" Target="/ppt/tableStyles.xml" Id="R58e44efca41c4e85" /><Relationship Type="http://schemas.openxmlformats.org/officeDocument/2006/relationships/slide" Target="/ppt/slides/slide1.xml" Id="R6d4b07f45b9c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33b10e4219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239f45890c4f79" /><Relationship Type="http://schemas.openxmlformats.org/officeDocument/2006/relationships/notesMaster" Target="/ppt/notesMasters/notesMaster1.xml" Id="R80b329d2f5e844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d74c488bc43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5d2a2e9b44b14" /><Relationship Type="http://schemas.openxmlformats.org/officeDocument/2006/relationships/slideLayout" Target="/ppt/slideLayouts/slideLayout1.xml" Id="Rf5bb67c4c42541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b67c4c425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d0624f3d4428" /><Relationship Type="http://schemas.openxmlformats.org/officeDocument/2006/relationships/notesSlide" Target="/ppt/notesSlides/notesSlide1.xml" Id="R1b9459ff469844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55933-B574-4B82-8243-0406CA1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762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6D03C-62A2-4B51-B621-6B73ACF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620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AA1B5-70FC-47FC-B55A-9854F39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72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704539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2026-08-12T08:27:40.6660000Z</dcterms:created>
  <dcterms:modified xsi:type="dcterms:W3CDTF">2026-08-12T08:27:40.6660000Z</dcterms:modified>
</coreProperties>
</file>
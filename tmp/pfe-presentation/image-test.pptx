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71db4fcd7d4d5f" /><Relationship Type="http://schemas.openxmlformats.org/officeDocument/2006/relationships/extended-properties" Target="/docProps/app.xml" Id="R7b3688246afd4cf9" /><Relationship Type="http://schemas.openxmlformats.org/officeDocument/2006/relationships/officeDocument" Target="/ppt/presentation.xml" Id="R58aca63205494e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9f89e5b54a42e9"/>
  </p:sldMasterIdLst>
  <p:notesMasterIdLst>
    <p:notesMasterId xmlns:r="http://schemas.openxmlformats.org/officeDocument/2006/relationships" r:id="Rd921e7a58c064754"/>
  </p:notesMasterIdLst>
  <p:sldIdLst>
    <p:sldId xmlns:r="http://schemas.openxmlformats.org/officeDocument/2006/relationships" id="256" r:id="Rf70e8798cfe944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58e4eacb434f34" /><Relationship Type="http://schemas.openxmlformats.org/officeDocument/2006/relationships/slideMaster" Target="/ppt/slideMasters/slideMaster1.xml" Id="Ra79f89e5b54a42e9" /><Relationship Type="http://schemas.openxmlformats.org/officeDocument/2006/relationships/notesMaster" Target="/ppt/notesMasters/notesMaster1.xml" Id="Rd921e7a58c064754" /><Relationship Type="http://schemas.openxmlformats.org/officeDocument/2006/relationships/presProps" Target="/ppt/presProps.xml" Id="Rfb4b862576594630" /><Relationship Type="http://schemas.openxmlformats.org/officeDocument/2006/relationships/tableStyles" Target="/ppt/tableStyles.xml" Id="Rbd518777dc50406f" /><Relationship Type="http://schemas.openxmlformats.org/officeDocument/2006/relationships/slide" Target="/ppt/slides/slide1.xml" Id="Rf70e8798cfe944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c27387feb5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c7056ced874d85" /><Relationship Type="http://schemas.openxmlformats.org/officeDocument/2006/relationships/notesMaster" Target="/ppt/notesMasters/notesMaster1.xml" Id="Rcd96257eaad64c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5b69c5e6346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0c51a44e5469b" /><Relationship Type="http://schemas.openxmlformats.org/officeDocument/2006/relationships/slideLayout" Target="/ppt/slideLayouts/slideLayout1.xml" Id="Rf8695c0685b846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695c0685b846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2c479b9294bfb" /><Relationship Type="http://schemas.openxmlformats.org/officeDocument/2006/relationships/image" Target="/ppt/media/image.jpeg" Id="R71b386c2665349ed" /><Relationship Type="http://schemas.openxmlformats.org/officeDocument/2006/relationships/notesSlide" Target="/ppt/notesSlides/notesSlide1.xml" Id="R73c0f8f0511045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386c2665349ed"/>
          <a:stretch xmlns:a="http://schemas.openxmlformats.org/drawingml/2006/main"/>
        </p:blipFill>
        <p:spPr>
          <a:xfrm xmlns:a="http://schemas.openxmlformats.org/drawingml/2006/main">
            <a:off x="669091" y="666750"/>
            <a:ext cx="7615318" cy="4286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16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2026-08-12T08:27:07.4010000Z</dcterms:created>
  <dcterms:modified xsi:type="dcterms:W3CDTF">2026-08-12T08:27:07.4010000Z</dcterms:modified>
</coreProperties>
</file>